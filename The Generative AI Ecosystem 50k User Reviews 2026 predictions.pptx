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74" r:id="rId8"/>
    <p:sldId id="275" r:id="rId9"/>
    <p:sldId id="276" r:id="rId10"/>
    <p:sldId id="277" r:id="rId11"/>
    <p:sldId id="272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91766-83CB-447C-9195-02D1AAE5BF6A}" v="64" dt="2026-04-24T08:49:15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lakshmi171104@outlook.com" userId="f0601743c009bb37" providerId="LiveId" clId="{C8DEB078-232B-4636-BC9C-7F88B5FBCDD9}"/>
    <pc:docChg chg="undo custSel addSld delSld modSld">
      <pc:chgData name="nithyalakshmi171104@outlook.com" userId="f0601743c009bb37" providerId="LiveId" clId="{C8DEB078-232B-4636-BC9C-7F88B5FBCDD9}" dt="2026-04-24T08:57:35.932" v="631" actId="313"/>
      <pc:docMkLst>
        <pc:docMk/>
      </pc:docMkLst>
      <pc:sldChg chg="modSp mod">
        <pc:chgData name="nithyalakshmi171104@outlook.com" userId="f0601743c009bb37" providerId="LiveId" clId="{C8DEB078-232B-4636-BC9C-7F88B5FBCDD9}" dt="2026-04-24T08:57:35.932" v="631" actId="313"/>
        <pc:sldMkLst>
          <pc:docMk/>
          <pc:sldMk cId="3258415345" sldId="256"/>
        </pc:sldMkLst>
        <pc:spChg chg="mod">
          <ac:chgData name="nithyalakshmi171104@outlook.com" userId="f0601743c009bb37" providerId="LiveId" clId="{C8DEB078-232B-4636-BC9C-7F88B5FBCDD9}" dt="2026-04-24T08:57:35.932" v="631" actId="313"/>
          <ac:spMkLst>
            <pc:docMk/>
            <pc:sldMk cId="3258415345" sldId="256"/>
            <ac:spMk id="2" creationId="{E4795CB6-849C-62F8-BCF3-7E4857C18865}"/>
          </ac:spMkLst>
        </pc:spChg>
        <pc:spChg chg="mod">
          <ac:chgData name="nithyalakshmi171104@outlook.com" userId="f0601743c009bb37" providerId="LiveId" clId="{C8DEB078-232B-4636-BC9C-7F88B5FBCDD9}" dt="2026-04-24T08:01:22.007" v="68" actId="14100"/>
          <ac:spMkLst>
            <pc:docMk/>
            <pc:sldMk cId="3258415345" sldId="256"/>
            <ac:spMk id="3" creationId="{82949170-5EFA-6038-9DB7-B985C7DB4F07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21:15.111" v="159" actId="14100"/>
        <pc:sldMkLst>
          <pc:docMk/>
          <pc:sldMk cId="453461650" sldId="257"/>
        </pc:sldMkLst>
        <pc:spChg chg="mod">
          <ac:chgData name="nithyalakshmi171104@outlook.com" userId="f0601743c009bb37" providerId="LiveId" clId="{C8DEB078-232B-4636-BC9C-7F88B5FBCDD9}" dt="2026-04-24T08:20:56.946" v="156" actId="14100"/>
          <ac:spMkLst>
            <pc:docMk/>
            <pc:sldMk cId="453461650" sldId="257"/>
            <ac:spMk id="2" creationId="{DF8D8973-140F-5093-561D-EC1D0F9DFF81}"/>
          </ac:spMkLst>
        </pc:spChg>
        <pc:spChg chg="del mod">
          <ac:chgData name="nithyalakshmi171104@outlook.com" userId="f0601743c009bb37" providerId="LiveId" clId="{C8DEB078-232B-4636-BC9C-7F88B5FBCDD9}" dt="2026-04-24T08:13:13.272" v="83"/>
          <ac:spMkLst>
            <pc:docMk/>
            <pc:sldMk cId="453461650" sldId="257"/>
            <ac:spMk id="3" creationId="{D1FA277A-48BF-318C-1C47-4DBF412173B6}"/>
          </ac:spMkLst>
        </pc:spChg>
        <pc:spChg chg="add">
          <ac:chgData name="nithyalakshmi171104@outlook.com" userId="f0601743c009bb37" providerId="LiveId" clId="{C8DEB078-232B-4636-BC9C-7F88B5FBCDD9}" dt="2026-04-24T08:13:06.511" v="81"/>
          <ac:spMkLst>
            <pc:docMk/>
            <pc:sldMk cId="453461650" sldId="257"/>
            <ac:spMk id="4" creationId="{CE85092D-F449-F9AB-E7C3-964A274459FD}"/>
          </ac:spMkLst>
        </pc:spChg>
        <pc:spChg chg="add mod">
          <ac:chgData name="nithyalakshmi171104@outlook.com" userId="f0601743c009bb37" providerId="LiveId" clId="{C8DEB078-232B-4636-BC9C-7F88B5FBCDD9}" dt="2026-04-24T08:21:15.111" v="159" actId="14100"/>
          <ac:spMkLst>
            <pc:docMk/>
            <pc:sldMk cId="453461650" sldId="257"/>
            <ac:spMk id="5" creationId="{0DDD9B3A-D0F3-6B49-7EA3-16509317AE86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7:21.435" v="346" actId="255"/>
        <pc:sldMkLst>
          <pc:docMk/>
          <pc:sldMk cId="2966284965" sldId="258"/>
        </pc:sldMkLst>
        <pc:spChg chg="del mod">
          <ac:chgData name="nithyalakshmi171104@outlook.com" userId="f0601743c009bb37" providerId="LiveId" clId="{C8DEB078-232B-4636-BC9C-7F88B5FBCDD9}" dt="2026-04-24T08:17:07.437" v="111"/>
          <ac:spMkLst>
            <pc:docMk/>
            <pc:sldMk cId="2966284965" sldId="258"/>
            <ac:spMk id="3" creationId="{F8534A23-1C54-4F65-B3ED-35EB7D7B99F5}"/>
          </ac:spMkLst>
        </pc:spChg>
        <pc:spChg chg="add mod">
          <ac:chgData name="nithyalakshmi171104@outlook.com" userId="f0601743c009bb37" providerId="LiveId" clId="{C8DEB078-232B-4636-BC9C-7F88B5FBCDD9}" dt="2026-04-24T08:37:21.435" v="346" actId="255"/>
          <ac:spMkLst>
            <pc:docMk/>
            <pc:sldMk cId="2966284965" sldId="258"/>
            <ac:spMk id="4" creationId="{AFDDFD42-54B8-3E94-6ADF-4EC9ABE68BD9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7:01.319" v="345" actId="14100"/>
        <pc:sldMkLst>
          <pc:docMk/>
          <pc:sldMk cId="4154885268" sldId="260"/>
        </pc:sldMkLst>
        <pc:spChg chg="del mod">
          <ac:chgData name="nithyalakshmi171104@outlook.com" userId="f0601743c009bb37" providerId="LiveId" clId="{C8DEB078-232B-4636-BC9C-7F88B5FBCDD9}" dt="2026-04-24T08:22:31.335" v="164"/>
          <ac:spMkLst>
            <pc:docMk/>
            <pc:sldMk cId="4154885268" sldId="260"/>
            <ac:spMk id="3" creationId="{2A665E74-8AF9-4462-5563-F158EA51585B}"/>
          </ac:spMkLst>
        </pc:spChg>
        <pc:spChg chg="add del mod">
          <ac:chgData name="nithyalakshmi171104@outlook.com" userId="f0601743c009bb37" providerId="LiveId" clId="{C8DEB078-232B-4636-BC9C-7F88B5FBCDD9}" dt="2026-04-24T08:37:01.319" v="345" actId="14100"/>
          <ac:spMkLst>
            <pc:docMk/>
            <pc:sldMk cId="4154885268" sldId="260"/>
            <ac:spMk id="4" creationId="{5DB306CA-AAE1-9537-3FEA-C8A378BBE68B}"/>
          </ac:spMkLst>
        </pc:spChg>
        <pc:spChg chg="add mod">
          <ac:chgData name="nithyalakshmi171104@outlook.com" userId="f0601743c009bb37" providerId="LiveId" clId="{C8DEB078-232B-4636-BC9C-7F88B5FBCDD9}" dt="2026-04-24T08:36:21.439" v="330" actId="478"/>
          <ac:spMkLst>
            <pc:docMk/>
            <pc:sldMk cId="4154885268" sldId="260"/>
            <ac:spMk id="5" creationId="{1B837600-555C-59AD-D218-B5FDA5601A29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5:54.306" v="321" actId="255"/>
        <pc:sldMkLst>
          <pc:docMk/>
          <pc:sldMk cId="3381836381" sldId="262"/>
        </pc:sldMkLst>
        <pc:spChg chg="mod">
          <ac:chgData name="nithyalakshmi171104@outlook.com" userId="f0601743c009bb37" providerId="LiveId" clId="{C8DEB078-232B-4636-BC9C-7F88B5FBCDD9}" dt="2026-04-24T08:28:32.453" v="243" actId="14100"/>
          <ac:spMkLst>
            <pc:docMk/>
            <pc:sldMk cId="3381836381" sldId="262"/>
            <ac:spMk id="2" creationId="{A2E46A0F-6DA3-68D5-A8BC-3BE397A60E8F}"/>
          </ac:spMkLst>
        </pc:spChg>
        <pc:spChg chg="del mod">
          <ac:chgData name="nithyalakshmi171104@outlook.com" userId="f0601743c009bb37" providerId="LiveId" clId="{C8DEB078-232B-4636-BC9C-7F88B5FBCDD9}" dt="2026-04-24T08:25:07.306" v="194"/>
          <ac:spMkLst>
            <pc:docMk/>
            <pc:sldMk cId="3381836381" sldId="262"/>
            <ac:spMk id="3" creationId="{8B219801-D303-E626-F0DA-CAEF1D3F5407}"/>
          </ac:spMkLst>
        </pc:spChg>
        <pc:spChg chg="add mod">
          <ac:chgData name="nithyalakshmi171104@outlook.com" userId="f0601743c009bb37" providerId="LiveId" clId="{C8DEB078-232B-4636-BC9C-7F88B5FBCDD9}" dt="2026-04-24T08:35:54.306" v="321" actId="255"/>
          <ac:spMkLst>
            <pc:docMk/>
            <pc:sldMk cId="3381836381" sldId="262"/>
            <ac:spMk id="4" creationId="{D3BA556C-D88B-E897-9974-2801A2331B63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8:55.760" v="352" actId="14100"/>
        <pc:sldMkLst>
          <pc:docMk/>
          <pc:sldMk cId="3311010652" sldId="263"/>
        </pc:sldMkLst>
        <pc:spChg chg="add del mod">
          <ac:chgData name="nithyalakshmi171104@outlook.com" userId="f0601743c009bb37" providerId="LiveId" clId="{C8DEB078-232B-4636-BC9C-7F88B5FBCDD9}" dt="2026-04-24T08:38:38.061" v="348" actId="931"/>
          <ac:spMkLst>
            <pc:docMk/>
            <pc:sldMk cId="3311010652" sldId="263"/>
            <ac:spMk id="4" creationId="{CEB6C502-DA6E-8188-68E8-231DD02B0A89}"/>
          </ac:spMkLst>
        </pc:spChg>
        <pc:picChg chg="del">
          <ac:chgData name="nithyalakshmi171104@outlook.com" userId="f0601743c009bb37" providerId="LiveId" clId="{C8DEB078-232B-4636-BC9C-7F88B5FBCDD9}" dt="2026-04-24T08:38:18.064" v="347" actId="478"/>
          <ac:picMkLst>
            <pc:docMk/>
            <pc:sldMk cId="3311010652" sldId="263"/>
            <ac:picMk id="5" creationId="{5FF11D76-F2FE-7071-A1DD-010198F4F8C0}"/>
          </ac:picMkLst>
        </pc:picChg>
        <pc:picChg chg="add mod ord">
          <ac:chgData name="nithyalakshmi171104@outlook.com" userId="f0601743c009bb37" providerId="LiveId" clId="{C8DEB078-232B-4636-BC9C-7F88B5FBCDD9}" dt="2026-04-24T08:38:55.760" v="352" actId="14100"/>
          <ac:picMkLst>
            <pc:docMk/>
            <pc:sldMk cId="3311010652" sldId="263"/>
            <ac:picMk id="7" creationId="{9B61AC54-9B1D-8BA6-51C3-A0115DA9D88A}"/>
          </ac:picMkLst>
        </pc:picChg>
      </pc:sldChg>
      <pc:sldChg chg="del">
        <pc:chgData name="nithyalakshmi171104@outlook.com" userId="f0601743c009bb37" providerId="LiveId" clId="{C8DEB078-232B-4636-BC9C-7F88B5FBCDD9}" dt="2026-04-24T08:39:21.725" v="353" actId="2696"/>
        <pc:sldMkLst>
          <pc:docMk/>
          <pc:sldMk cId="26964532" sldId="264"/>
        </pc:sldMkLst>
      </pc:sldChg>
      <pc:sldChg chg="del">
        <pc:chgData name="nithyalakshmi171104@outlook.com" userId="f0601743c009bb37" providerId="LiveId" clId="{C8DEB078-232B-4636-BC9C-7F88B5FBCDD9}" dt="2026-04-24T08:39:26.276" v="354" actId="2696"/>
        <pc:sldMkLst>
          <pc:docMk/>
          <pc:sldMk cId="1246036622" sldId="265"/>
        </pc:sldMkLst>
      </pc:sldChg>
      <pc:sldChg chg="del">
        <pc:chgData name="nithyalakshmi171104@outlook.com" userId="f0601743c009bb37" providerId="LiveId" clId="{C8DEB078-232B-4636-BC9C-7F88B5FBCDD9}" dt="2026-04-24T08:39:32.813" v="355" actId="2696"/>
        <pc:sldMkLst>
          <pc:docMk/>
          <pc:sldMk cId="2632425678" sldId="266"/>
        </pc:sldMkLst>
      </pc:sldChg>
      <pc:sldChg chg="del">
        <pc:chgData name="nithyalakshmi171104@outlook.com" userId="f0601743c009bb37" providerId="LiveId" clId="{C8DEB078-232B-4636-BC9C-7F88B5FBCDD9}" dt="2026-04-24T08:39:36.551" v="356" actId="2696"/>
        <pc:sldMkLst>
          <pc:docMk/>
          <pc:sldMk cId="4020551003" sldId="267"/>
        </pc:sldMkLst>
      </pc:sldChg>
      <pc:sldChg chg="addSp delSp modSp mod">
        <pc:chgData name="nithyalakshmi171104@outlook.com" userId="f0601743c009bb37" providerId="LiveId" clId="{C8DEB078-232B-4636-BC9C-7F88B5FBCDD9}" dt="2026-04-24T08:35:19.495" v="319" actId="14100"/>
        <pc:sldMkLst>
          <pc:docMk/>
          <pc:sldMk cId="454510876" sldId="268"/>
        </pc:sldMkLst>
        <pc:spChg chg="del mod">
          <ac:chgData name="nithyalakshmi171104@outlook.com" userId="f0601743c009bb37" providerId="LiveId" clId="{C8DEB078-232B-4636-BC9C-7F88B5FBCDD9}" dt="2026-04-24T08:29:18.168" v="245"/>
          <ac:spMkLst>
            <pc:docMk/>
            <pc:sldMk cId="454510876" sldId="268"/>
            <ac:spMk id="3" creationId="{C59605F6-8B86-423C-7159-78F6F724EB31}"/>
          </ac:spMkLst>
        </pc:spChg>
        <pc:spChg chg="add mod">
          <ac:chgData name="nithyalakshmi171104@outlook.com" userId="f0601743c009bb37" providerId="LiveId" clId="{C8DEB078-232B-4636-BC9C-7F88B5FBCDD9}" dt="2026-04-24T08:35:19.495" v="319" actId="14100"/>
          <ac:spMkLst>
            <pc:docMk/>
            <pc:sldMk cId="454510876" sldId="268"/>
            <ac:spMk id="4" creationId="{810D3BE0-DA05-BF0B-362C-EC243262DC7D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5:40.490" v="320" actId="255"/>
        <pc:sldMkLst>
          <pc:docMk/>
          <pc:sldMk cId="1263847986" sldId="269"/>
        </pc:sldMkLst>
        <pc:spChg chg="add mod">
          <ac:chgData name="nithyalakshmi171104@outlook.com" userId="f0601743c009bb37" providerId="LiveId" clId="{C8DEB078-232B-4636-BC9C-7F88B5FBCDD9}" dt="2026-04-24T08:35:40.490" v="320" actId="255"/>
          <ac:spMkLst>
            <pc:docMk/>
            <pc:sldMk cId="1263847986" sldId="269"/>
            <ac:spMk id="3" creationId="{E73D473D-38D3-9E8D-E033-EF0E373E9D92}"/>
          </ac:spMkLst>
        </pc:spChg>
        <pc:spChg chg="del mod">
          <ac:chgData name="nithyalakshmi171104@outlook.com" userId="f0601743c009bb37" providerId="LiveId" clId="{C8DEB078-232B-4636-BC9C-7F88B5FBCDD9}" dt="2026-04-24T08:31:19.436" v="272"/>
          <ac:spMkLst>
            <pc:docMk/>
            <pc:sldMk cId="1263847986" sldId="269"/>
            <ac:spMk id="5" creationId="{9F2980CF-C158-C5C6-5F32-A53F38847E8B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34:31.478" v="304" actId="14100"/>
        <pc:sldMkLst>
          <pc:docMk/>
          <pc:sldMk cId="3324404" sldId="270"/>
        </pc:sldMkLst>
        <pc:spChg chg="mod">
          <ac:chgData name="nithyalakshmi171104@outlook.com" userId="f0601743c009bb37" providerId="LiveId" clId="{C8DEB078-232B-4636-BC9C-7F88B5FBCDD9}" dt="2026-04-24T08:34:31.478" v="304" actId="14100"/>
          <ac:spMkLst>
            <pc:docMk/>
            <pc:sldMk cId="3324404" sldId="270"/>
            <ac:spMk id="2" creationId="{73149CA7-32FB-DDBF-28AE-4244435E867A}"/>
          </ac:spMkLst>
        </pc:spChg>
        <pc:spChg chg="add mod">
          <ac:chgData name="nithyalakshmi171104@outlook.com" userId="f0601743c009bb37" providerId="LiveId" clId="{C8DEB078-232B-4636-BC9C-7F88B5FBCDD9}" dt="2026-04-24T08:34:16.796" v="302" actId="14100"/>
          <ac:spMkLst>
            <pc:docMk/>
            <pc:sldMk cId="3324404" sldId="270"/>
            <ac:spMk id="3" creationId="{7926F9FD-3CC2-7940-D882-2A75FC1EE0DE}"/>
          </ac:spMkLst>
        </pc:spChg>
        <pc:spChg chg="del mod">
          <ac:chgData name="nithyalakshmi171104@outlook.com" userId="f0601743c009bb37" providerId="LiveId" clId="{C8DEB078-232B-4636-BC9C-7F88B5FBCDD9}" dt="2026-04-24T08:33:20.940" v="291"/>
          <ac:spMkLst>
            <pc:docMk/>
            <pc:sldMk cId="3324404" sldId="270"/>
            <ac:spMk id="4" creationId="{0C354C5A-F386-F0C5-5882-6D654A7A508C}"/>
          </ac:spMkLst>
        </pc:spChg>
      </pc:sldChg>
      <pc:sldChg chg="addSp delSp modSp mod">
        <pc:chgData name="nithyalakshmi171104@outlook.com" userId="f0601743c009bb37" providerId="LiveId" clId="{C8DEB078-232B-4636-BC9C-7F88B5FBCDD9}" dt="2026-04-24T08:56:50.422" v="630" actId="14100"/>
        <pc:sldMkLst>
          <pc:docMk/>
          <pc:sldMk cId="4097655364" sldId="272"/>
        </pc:sldMkLst>
        <pc:picChg chg="del">
          <ac:chgData name="nithyalakshmi171104@outlook.com" userId="f0601743c009bb37" providerId="LiveId" clId="{C8DEB078-232B-4636-BC9C-7F88B5FBCDD9}" dt="2026-04-24T08:56:12.434" v="625" actId="478"/>
          <ac:picMkLst>
            <pc:docMk/>
            <pc:sldMk cId="4097655364" sldId="272"/>
            <ac:picMk id="4" creationId="{23C5CF85-0645-0BBC-C87E-4B47D279C1C9}"/>
          </ac:picMkLst>
        </pc:picChg>
        <pc:picChg chg="add mod">
          <ac:chgData name="nithyalakshmi171104@outlook.com" userId="f0601743c009bb37" providerId="LiveId" clId="{C8DEB078-232B-4636-BC9C-7F88B5FBCDD9}" dt="2026-04-24T08:56:50.422" v="630" actId="14100"/>
          <ac:picMkLst>
            <pc:docMk/>
            <pc:sldMk cId="4097655364" sldId="272"/>
            <ac:picMk id="5" creationId="{7639942F-14E5-BEDE-60BE-A3B2AD4DA6B4}"/>
          </ac:picMkLst>
        </pc:picChg>
      </pc:sldChg>
      <pc:sldChg chg="addSp delSp modSp mod">
        <pc:chgData name="nithyalakshmi171104@outlook.com" userId="f0601743c009bb37" providerId="LiveId" clId="{C8DEB078-232B-4636-BC9C-7F88B5FBCDD9}" dt="2026-04-24T08:50:21.739" v="531" actId="20577"/>
        <pc:sldMkLst>
          <pc:docMk/>
          <pc:sldMk cId="589249091" sldId="274"/>
        </pc:sldMkLst>
        <pc:spChg chg="mod">
          <ac:chgData name="nithyalakshmi171104@outlook.com" userId="f0601743c009bb37" providerId="LiveId" clId="{C8DEB078-232B-4636-BC9C-7F88B5FBCDD9}" dt="2026-04-24T08:50:21.739" v="531" actId="20577"/>
          <ac:spMkLst>
            <pc:docMk/>
            <pc:sldMk cId="589249091" sldId="274"/>
            <ac:spMk id="2" creationId="{EACBD0B8-99D2-62F1-21DE-551FE8C4ECA4}"/>
          </ac:spMkLst>
        </pc:spChg>
        <pc:spChg chg="add del mod">
          <ac:chgData name="nithyalakshmi171104@outlook.com" userId="f0601743c009bb37" providerId="LiveId" clId="{C8DEB078-232B-4636-BC9C-7F88B5FBCDD9}" dt="2026-04-24T08:48:04.163" v="359" actId="931"/>
          <ac:spMkLst>
            <pc:docMk/>
            <pc:sldMk cId="589249091" sldId="274"/>
            <ac:spMk id="4" creationId="{C633EEE8-69B5-DECD-4C7E-E236D3E5E2FA}"/>
          </ac:spMkLst>
        </pc:spChg>
        <pc:spChg chg="del mod">
          <ac:chgData name="nithyalakshmi171104@outlook.com" userId="f0601743c009bb37" providerId="LiveId" clId="{C8DEB078-232B-4636-BC9C-7F88B5FBCDD9}" dt="2026-04-24T08:48:57.214" v="470" actId="931"/>
          <ac:spMkLst>
            <pc:docMk/>
            <pc:sldMk cId="589249091" sldId="274"/>
            <ac:spMk id="7" creationId="{E9B4E75A-D804-A0CF-0018-DF5D0C2CE6A6}"/>
          </ac:spMkLst>
        </pc:spChg>
        <pc:picChg chg="del mod">
          <ac:chgData name="nithyalakshmi171104@outlook.com" userId="f0601743c009bb37" providerId="LiveId" clId="{C8DEB078-232B-4636-BC9C-7F88B5FBCDD9}" dt="2026-04-24T08:39:58.483" v="358" actId="478"/>
          <ac:picMkLst>
            <pc:docMk/>
            <pc:sldMk cId="589249091" sldId="274"/>
            <ac:picMk id="6" creationId="{0FF7FDDA-D5CB-59B3-0B9D-6F1FC5A188DC}"/>
          </ac:picMkLst>
        </pc:picChg>
        <pc:picChg chg="add mod ord">
          <ac:chgData name="nithyalakshmi171104@outlook.com" userId="f0601743c009bb37" providerId="LiveId" clId="{C8DEB078-232B-4636-BC9C-7F88B5FBCDD9}" dt="2026-04-24T08:48:04.163" v="359" actId="931"/>
          <ac:picMkLst>
            <pc:docMk/>
            <pc:sldMk cId="589249091" sldId="274"/>
            <ac:picMk id="8" creationId="{13E8ED17-B9F3-BF3E-66E5-07E54B721719}"/>
          </ac:picMkLst>
        </pc:picChg>
        <pc:picChg chg="add mod ord">
          <ac:chgData name="nithyalakshmi171104@outlook.com" userId="f0601743c009bb37" providerId="LiveId" clId="{C8DEB078-232B-4636-BC9C-7F88B5FBCDD9}" dt="2026-04-24T08:49:15.852" v="474" actId="14100"/>
          <ac:picMkLst>
            <pc:docMk/>
            <pc:sldMk cId="589249091" sldId="274"/>
            <ac:picMk id="10" creationId="{3F38E2FF-3727-30E5-62BD-EC0A158673AC}"/>
          </ac:picMkLst>
        </pc:picChg>
      </pc:sldChg>
      <pc:sldChg chg="addSp delSp modSp new mod">
        <pc:chgData name="nithyalakshmi171104@outlook.com" userId="f0601743c009bb37" providerId="LiveId" clId="{C8DEB078-232B-4636-BC9C-7F88B5FBCDD9}" dt="2026-04-24T08:51:24.732" v="536" actId="14100"/>
        <pc:sldMkLst>
          <pc:docMk/>
          <pc:sldMk cId="4131766244" sldId="275"/>
        </pc:sldMkLst>
        <pc:spChg chg="mod">
          <ac:chgData name="nithyalakshmi171104@outlook.com" userId="f0601743c009bb37" providerId="LiveId" clId="{C8DEB078-232B-4636-BC9C-7F88B5FBCDD9}" dt="2026-04-24T08:49:59.438" v="508" actId="20577"/>
          <ac:spMkLst>
            <pc:docMk/>
            <pc:sldMk cId="4131766244" sldId="275"/>
            <ac:spMk id="2" creationId="{E07D4C31-5433-D6E7-85A4-6C63D3D3DDCE}"/>
          </ac:spMkLst>
        </pc:spChg>
        <pc:spChg chg="del">
          <ac:chgData name="nithyalakshmi171104@outlook.com" userId="f0601743c009bb37" providerId="LiveId" clId="{C8DEB078-232B-4636-BC9C-7F88B5FBCDD9}" dt="2026-04-24T08:50:44.453" v="532" actId="931"/>
          <ac:spMkLst>
            <pc:docMk/>
            <pc:sldMk cId="4131766244" sldId="275"/>
            <ac:spMk id="3" creationId="{7640C760-9B94-96D3-AB82-E5C99A52764D}"/>
          </ac:spMkLst>
        </pc:spChg>
        <pc:spChg chg="del">
          <ac:chgData name="nithyalakshmi171104@outlook.com" userId="f0601743c009bb37" providerId="LiveId" clId="{C8DEB078-232B-4636-BC9C-7F88B5FBCDD9}" dt="2026-04-24T08:51:11.810" v="533" actId="931"/>
          <ac:spMkLst>
            <pc:docMk/>
            <pc:sldMk cId="4131766244" sldId="275"/>
            <ac:spMk id="4" creationId="{1F86877A-A7A3-FC71-7196-5DCE144AAB2A}"/>
          </ac:spMkLst>
        </pc:spChg>
        <pc:picChg chg="add mod ord">
          <ac:chgData name="nithyalakshmi171104@outlook.com" userId="f0601743c009bb37" providerId="LiveId" clId="{C8DEB078-232B-4636-BC9C-7F88B5FBCDD9}" dt="2026-04-24T08:50:44.453" v="532" actId="931"/>
          <ac:picMkLst>
            <pc:docMk/>
            <pc:sldMk cId="4131766244" sldId="275"/>
            <ac:picMk id="6" creationId="{9248F1FC-23FE-C64B-52BC-004449F00618}"/>
          </ac:picMkLst>
        </pc:picChg>
        <pc:picChg chg="add mod ord">
          <ac:chgData name="nithyalakshmi171104@outlook.com" userId="f0601743c009bb37" providerId="LiveId" clId="{C8DEB078-232B-4636-BC9C-7F88B5FBCDD9}" dt="2026-04-24T08:51:24.732" v="536" actId="14100"/>
          <ac:picMkLst>
            <pc:docMk/>
            <pc:sldMk cId="4131766244" sldId="275"/>
            <ac:picMk id="8" creationId="{FE18DE0F-D335-A43E-650E-DE5063791A8C}"/>
          </ac:picMkLst>
        </pc:picChg>
      </pc:sldChg>
      <pc:sldChg chg="addSp delSp modSp new mod">
        <pc:chgData name="nithyalakshmi171104@outlook.com" userId="f0601743c009bb37" providerId="LiveId" clId="{C8DEB078-232B-4636-BC9C-7F88B5FBCDD9}" dt="2026-04-24T08:52:36.589" v="578" actId="14100"/>
        <pc:sldMkLst>
          <pc:docMk/>
          <pc:sldMk cId="769472580" sldId="276"/>
        </pc:sldMkLst>
        <pc:spChg chg="mod">
          <ac:chgData name="nithyalakshmi171104@outlook.com" userId="f0601743c009bb37" providerId="LiveId" clId="{C8DEB078-232B-4636-BC9C-7F88B5FBCDD9}" dt="2026-04-24T08:51:52.586" v="572" actId="20577"/>
          <ac:spMkLst>
            <pc:docMk/>
            <pc:sldMk cId="769472580" sldId="276"/>
            <ac:spMk id="2" creationId="{EFE44210-73FA-9397-60F6-B18F0CDD2792}"/>
          </ac:spMkLst>
        </pc:spChg>
        <pc:spChg chg="del">
          <ac:chgData name="nithyalakshmi171104@outlook.com" userId="f0601743c009bb37" providerId="LiveId" clId="{C8DEB078-232B-4636-BC9C-7F88B5FBCDD9}" dt="2026-04-24T08:52:07.012" v="573" actId="931"/>
          <ac:spMkLst>
            <pc:docMk/>
            <pc:sldMk cId="769472580" sldId="276"/>
            <ac:spMk id="3" creationId="{31C7CF73-CA7E-0AEE-CE58-771169FDF3C1}"/>
          </ac:spMkLst>
        </pc:spChg>
        <pc:spChg chg="del">
          <ac:chgData name="nithyalakshmi171104@outlook.com" userId="f0601743c009bb37" providerId="LiveId" clId="{C8DEB078-232B-4636-BC9C-7F88B5FBCDD9}" dt="2026-04-24T08:52:21.505" v="574" actId="931"/>
          <ac:spMkLst>
            <pc:docMk/>
            <pc:sldMk cId="769472580" sldId="276"/>
            <ac:spMk id="4" creationId="{CEB276E9-E04E-A492-7990-A09BFC35D217}"/>
          </ac:spMkLst>
        </pc:spChg>
        <pc:picChg chg="add mod ord">
          <ac:chgData name="nithyalakshmi171104@outlook.com" userId="f0601743c009bb37" providerId="LiveId" clId="{C8DEB078-232B-4636-BC9C-7F88B5FBCDD9}" dt="2026-04-24T08:52:07.012" v="573" actId="931"/>
          <ac:picMkLst>
            <pc:docMk/>
            <pc:sldMk cId="769472580" sldId="276"/>
            <ac:picMk id="6" creationId="{34DA5D35-F349-56C2-FF7B-F5DC52413080}"/>
          </ac:picMkLst>
        </pc:picChg>
        <pc:picChg chg="add mod ord">
          <ac:chgData name="nithyalakshmi171104@outlook.com" userId="f0601743c009bb37" providerId="LiveId" clId="{C8DEB078-232B-4636-BC9C-7F88B5FBCDD9}" dt="2026-04-24T08:52:36.589" v="578" actId="14100"/>
          <ac:picMkLst>
            <pc:docMk/>
            <pc:sldMk cId="769472580" sldId="276"/>
            <ac:picMk id="8" creationId="{4FCB304F-8377-64C1-3E17-EB2669E7AA9C}"/>
          </ac:picMkLst>
        </pc:picChg>
      </pc:sldChg>
      <pc:sldChg chg="addSp delSp modSp new mod">
        <pc:chgData name="nithyalakshmi171104@outlook.com" userId="f0601743c009bb37" providerId="LiveId" clId="{C8DEB078-232B-4636-BC9C-7F88B5FBCDD9}" dt="2026-04-24T08:54:08.122" v="624" actId="20577"/>
        <pc:sldMkLst>
          <pc:docMk/>
          <pc:sldMk cId="3185924850" sldId="277"/>
        </pc:sldMkLst>
        <pc:spChg chg="mod">
          <ac:chgData name="nithyalakshmi171104@outlook.com" userId="f0601743c009bb37" providerId="LiveId" clId="{C8DEB078-232B-4636-BC9C-7F88B5FBCDD9}" dt="2026-04-24T08:54:08.122" v="624" actId="20577"/>
          <ac:spMkLst>
            <pc:docMk/>
            <pc:sldMk cId="3185924850" sldId="277"/>
            <ac:spMk id="2" creationId="{7FC290E3-84E7-9D37-6064-E9DBC774FE2C}"/>
          </ac:spMkLst>
        </pc:spChg>
        <pc:spChg chg="del">
          <ac:chgData name="nithyalakshmi171104@outlook.com" userId="f0601743c009bb37" providerId="LiveId" clId="{C8DEB078-232B-4636-BC9C-7F88B5FBCDD9}" dt="2026-04-24T08:53:08.425" v="580" actId="931"/>
          <ac:spMkLst>
            <pc:docMk/>
            <pc:sldMk cId="3185924850" sldId="277"/>
            <ac:spMk id="3" creationId="{D5C06049-F726-3D9B-E609-E2641DE9B9F9}"/>
          </ac:spMkLst>
        </pc:spChg>
        <pc:picChg chg="add mod ord">
          <ac:chgData name="nithyalakshmi171104@outlook.com" userId="f0601743c009bb37" providerId="LiveId" clId="{C8DEB078-232B-4636-BC9C-7F88B5FBCDD9}" dt="2026-04-24T08:53:28.482" v="585" actId="14100"/>
          <ac:picMkLst>
            <pc:docMk/>
            <pc:sldMk cId="3185924850" sldId="277"/>
            <ac:picMk id="5" creationId="{5D5CAA07-E8C8-CA50-92C0-381876D099F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5CB6-849C-62F8-BCF3-7E4857C18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02" y="1122362"/>
            <a:ext cx="11670892" cy="3420141"/>
          </a:xfrm>
        </p:spPr>
        <p:txBody>
          <a:bodyPr>
            <a:normAutofit/>
          </a:bodyPr>
          <a:lstStyle/>
          <a:p>
            <a:r>
              <a:rPr lang="en-US" dirty="0"/>
              <a:t>The Generative AI Ecosystem 50k User Reviews 2026 predictions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49170-5EFA-6038-9DB7-B985C7DB4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3987" y="7216877"/>
            <a:ext cx="5860026" cy="112087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41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8973-140F-5093-561D-EC1D0F9D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01444"/>
            <a:ext cx="10353761" cy="170098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DD9B3A-D0F3-6B49-7EA3-16509317A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888358"/>
            <a:ext cx="1059977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Online platforms generate large volumes of user reviews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Reviews contain valuable insights about user experience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analysis of reviews is time-consuming and inefficient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helps automate text analysis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data is converted into numerical form using techniques like TF-IDF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can learn patterns from reviews to predict ratings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predicts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star ratings (1–5)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review text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multiple models: Logistic Regression, Decision Tree,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an interactive interface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predictions </a:t>
            </a:r>
          </a:p>
        </p:txBody>
      </p:sp>
    </p:spTree>
    <p:extLst>
      <p:ext uri="{BB962C8B-B14F-4D97-AF65-F5344CB8AC3E}">
        <p14:creationId xmlns:p14="http://schemas.microsoft.com/office/powerpoint/2010/main" val="45346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51-5A99-9FD7-86C3-8DD5841B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DFD42-54B8-3E94-6ADF-4EC9ABE68B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370092"/>
            <a:ext cx="1084558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analyze user review text using Machine Learning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convert textual data into numerical features using TF-IDF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build and train multiple classification models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compare performance of: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Decision Tree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evaluate models using accuracy and classification metrics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identify the best-performing model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develop an interactive system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enable real-time prediction of star ratings from user input </a:t>
            </a:r>
          </a:p>
        </p:txBody>
      </p:sp>
    </p:spTree>
    <p:extLst>
      <p:ext uri="{BB962C8B-B14F-4D97-AF65-F5344CB8AC3E}">
        <p14:creationId xmlns:p14="http://schemas.microsoft.com/office/powerpoint/2010/main" val="296628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DB61-2209-F4AA-CE45-53F82C57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B306CA-AAE1-9537-3FEA-C8A378BBE6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9870" y="2306667"/>
            <a:ext cx="978309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Learning patterns from data to make predictions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Supervised Learning: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labeled data (reviews + ratings) </a:t>
            </a:r>
            <a:endParaRPr lang="en-US" altLang="en-US" sz="2400" dirty="0"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TF-IDF: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Converts text into numerical features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Predicting star ratings (1–5)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Logistic Regression, Decision Tree,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Accuracy, Precision, Recall, F1-score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Interface for real-time predictions </a:t>
            </a:r>
          </a:p>
        </p:txBody>
      </p:sp>
    </p:spTree>
    <p:extLst>
      <p:ext uri="{BB962C8B-B14F-4D97-AF65-F5344CB8AC3E}">
        <p14:creationId xmlns:p14="http://schemas.microsoft.com/office/powerpoint/2010/main" val="415488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6A0F-6DA3-68D5-A8BC-3BE397A6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0773"/>
            <a:ext cx="10353761" cy="1553497"/>
          </a:xfrm>
        </p:spPr>
        <p:txBody>
          <a:bodyPr/>
          <a:lstStyle/>
          <a:p>
            <a:r>
              <a:rPr lang="en-IN" dirty="0"/>
              <a:t>PROCESS OF 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BA556C-D88B-E897-9974-2801A2331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5910" y="1516638"/>
            <a:ext cx="95274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Collected dataset containing user reviews and star ratings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Selected relevant columns: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Review_Text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Star_Rating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Handled data preprocessing and cleaning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Converted text data into numerical form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TF-IDF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Encoded target labels (ratings)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Label Encoding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 dataset into: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80% Training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20% Testing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processed data to train and evaluate models </a:t>
            </a:r>
          </a:p>
        </p:txBody>
      </p:sp>
    </p:spTree>
    <p:extLst>
      <p:ext uri="{BB962C8B-B14F-4D97-AF65-F5344CB8AC3E}">
        <p14:creationId xmlns:p14="http://schemas.microsoft.com/office/powerpoint/2010/main" val="338183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63EE-F4D7-A343-A1E9-35A71780C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199535"/>
          </a:xfrm>
        </p:spPr>
        <p:txBody>
          <a:bodyPr/>
          <a:lstStyle/>
          <a:p>
            <a:r>
              <a:rPr lang="en-IN" dirty="0"/>
              <a:t>DATASET USED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61AC54-9B1D-8BA6-51C3-A0115DA9D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9" y="943897"/>
            <a:ext cx="11759379" cy="57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1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D0B8-99D2-62F1-21DE-551FE8C4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– LOGISTIC REGRESSION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F38E2FF-3727-30E5-62BD-EC0A158673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400800" y="2219667"/>
            <a:ext cx="5181599" cy="3439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E8ED17-B9F3-BF3E-66E5-07E54B7217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4400" y="2219668"/>
            <a:ext cx="5105400" cy="34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4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D4C31-5433-D6E7-85A4-6C63D3D3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– DECISION TREE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48F1FC-23FE-C64B-52BC-004449F006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2194903"/>
            <a:ext cx="5105400" cy="348895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18DE0F-D335-A43E-650E-DE5063791A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16323" y="2194903"/>
            <a:ext cx="4875909" cy="348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66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4210-73FA-9397-60F6-B18F0CDD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– XGBCLASSIFIER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DA5D35-F349-56C2-FF7B-F5DC524130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2312341"/>
            <a:ext cx="5105400" cy="325408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CB304F-8377-64C1-3E17-EB2669E7AA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38452" y="2312342"/>
            <a:ext cx="5240593" cy="325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7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90E3-84E7-9D37-6064-E9DBC774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Vs testing accuracy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CAA07-E8C8-CA50-92C0-381876D09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2015613"/>
            <a:ext cx="10442463" cy="4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24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1060-5658-2EAD-F60F-C19ED4E58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9942F-14E5-BEDE-60BE-A3B2AD4D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226142"/>
            <a:ext cx="11169446" cy="632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5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5632-5BC6-667F-AA2B-13CA664E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0D3BE0-DA05-BF0B-362C-EC243262D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444" y="1723344"/>
            <a:ext cx="101073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accuracy using advanced text features (n-grams,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stopword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removal)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 hyperparameter tuning for better model performance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deep learning models (LSTM, BERT) for better text understanding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 class imbalance in ratings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sentiment analysis alongside rating prediction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 the system as a web or mobile application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UI with better visualization and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45451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6FB5-2AA0-42BF-F861-4B5D976E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AND FINDINGS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3D473D-38D3-9E8D-E033-EF0E373E9D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924" y="1612676"/>
            <a:ext cx="1045169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reviews can effectively predict user ratings using ML models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TF-IDF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successfully converts text into meaningful numerical features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performs well as a strong baseline for text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Decision Tree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tends to overfit (high training, lower testing accuracy)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the best overall performance and generalization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comparison helps identify the most reliable approach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tools like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make predictions accessible in real time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 preprocessing and data handling significantly impact accuracy </a:t>
            </a:r>
          </a:p>
        </p:txBody>
      </p:sp>
    </p:spTree>
    <p:extLst>
      <p:ext uri="{BB962C8B-B14F-4D97-AF65-F5344CB8AC3E}">
        <p14:creationId xmlns:p14="http://schemas.microsoft.com/office/powerpoint/2010/main" val="1263847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9CA7-32FB-DDBF-28AE-4244435E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84902"/>
            <a:ext cx="10353761" cy="124869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26F9FD-3CC2-7940-D882-2A75FC1EE0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084" y="1989448"/>
            <a:ext cx="1080565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built a system to predict star ratings from user reviews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Applied machine learning models on text data using TF-IDF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Compared multiple models to evaluate performance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the best overall results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Demonstrated importance of proper preprocessing and model selection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an interactive interface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real-time predictions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can help businesses understand user feedback efficiently </a:t>
            </a:r>
          </a:p>
        </p:txBody>
      </p:sp>
    </p:spTree>
    <p:extLst>
      <p:ext uri="{BB962C8B-B14F-4D97-AF65-F5344CB8AC3E}">
        <p14:creationId xmlns:p14="http://schemas.microsoft.com/office/powerpoint/2010/main" val="3324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E941-57E3-DD11-C8FD-BEE22E8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986117"/>
            <a:ext cx="9331418" cy="1966452"/>
          </a:xfrm>
        </p:spPr>
        <p:txBody>
          <a:bodyPr>
            <a:normAutofit/>
          </a:bodyPr>
          <a:lstStyle/>
          <a:p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29895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1167</TotalTime>
  <Words>507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Courier New</vt:lpstr>
      <vt:lpstr>Rockwell</vt:lpstr>
      <vt:lpstr>Damask</vt:lpstr>
      <vt:lpstr>The Generative AI Ecosystem 50k User Reviews 2026 predictions</vt:lpstr>
      <vt:lpstr>INTRODUCTION</vt:lpstr>
      <vt:lpstr>objectives</vt:lpstr>
      <vt:lpstr>KEY CONCEPTS</vt:lpstr>
      <vt:lpstr>PROCESS OF DATASET</vt:lpstr>
      <vt:lpstr>DATASET USED</vt:lpstr>
      <vt:lpstr>MODEL EVALUATION – LOGISTIC REGRESSION</vt:lpstr>
      <vt:lpstr>MODEL EVALUATION – DECISION TREE</vt:lpstr>
      <vt:lpstr>MODEL EVALUATION – XGBCLASSIFIER</vt:lpstr>
      <vt:lpstr>Training Vs testing accuracy comparison</vt:lpstr>
      <vt:lpstr>PowerPoint Presentation</vt:lpstr>
      <vt:lpstr>FUTURE IMPROVEMENTS</vt:lpstr>
      <vt:lpstr>KEY INSIGHTS AND 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nithyalakshmi171104@outlook.com</dc:creator>
  <cp:lastModifiedBy>nithyalakshmi171104@outlook.com</cp:lastModifiedBy>
  <cp:revision>3</cp:revision>
  <dcterms:created xsi:type="dcterms:W3CDTF">2026-03-29T10:14:38Z</dcterms:created>
  <dcterms:modified xsi:type="dcterms:W3CDTF">2026-04-24T08:57:44Z</dcterms:modified>
</cp:coreProperties>
</file>